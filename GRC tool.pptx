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1"/>
  </p:notesMasterIdLst>
  <p:handoutMasterIdLst>
    <p:handoutMasterId r:id="rId32"/>
  </p:handoutMasterIdLst>
  <p:sldIdLst>
    <p:sldId id="256" r:id="rId5"/>
    <p:sldId id="257" r:id="rId6"/>
    <p:sldId id="298" r:id="rId7"/>
    <p:sldId id="299" r:id="rId8"/>
    <p:sldId id="278" r:id="rId9"/>
    <p:sldId id="258" r:id="rId10"/>
    <p:sldId id="291" r:id="rId11"/>
    <p:sldId id="292" r:id="rId12"/>
    <p:sldId id="293" r:id="rId13"/>
    <p:sldId id="294" r:id="rId14"/>
    <p:sldId id="295" r:id="rId15"/>
    <p:sldId id="287" r:id="rId16"/>
    <p:sldId id="288" r:id="rId17"/>
    <p:sldId id="290" r:id="rId18"/>
    <p:sldId id="289" r:id="rId19"/>
    <p:sldId id="296" r:id="rId20"/>
    <p:sldId id="297" r:id="rId21"/>
    <p:sldId id="279" r:id="rId22"/>
    <p:sldId id="280" r:id="rId23"/>
    <p:sldId id="281" r:id="rId24"/>
    <p:sldId id="282" r:id="rId25"/>
    <p:sldId id="266" r:id="rId26"/>
    <p:sldId id="283" r:id="rId27"/>
    <p:sldId id="284" r:id="rId28"/>
    <p:sldId id="285" r:id="rId29"/>
    <p:sldId id="271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F31DC6-5DDF-4E62-9EB4-DFE1980684AA}" v="10" dt="2025-10-29T19:26:28.8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0655" autoAdjust="0"/>
  </p:normalViewPr>
  <p:slideViewPr>
    <p:cSldViewPr snapToGrid="0">
      <p:cViewPr varScale="1">
        <p:scale>
          <a:sx n="66" d="100"/>
          <a:sy n="66" d="100"/>
        </p:scale>
        <p:origin x="360" y="278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uglas Alexandre de Campos" userId="d9a32c164012e8d7" providerId="LiveId" clId="{E1EBE206-C826-4513-A2F9-89777EEA6B2B}"/>
    <pc:docChg chg="custSel addSld modSld">
      <pc:chgData name="Douglas Alexandre de Campos" userId="d9a32c164012e8d7" providerId="LiveId" clId="{E1EBE206-C826-4513-A2F9-89777EEA6B2B}" dt="2025-10-29T19:40:21.879" v="447" actId="20577"/>
      <pc:docMkLst>
        <pc:docMk/>
      </pc:docMkLst>
      <pc:sldChg chg="modSp mod">
        <pc:chgData name="Douglas Alexandre de Campos" userId="d9a32c164012e8d7" providerId="LiveId" clId="{E1EBE206-C826-4513-A2F9-89777EEA6B2B}" dt="2025-10-29T19:26:11.129" v="336" actId="20577"/>
        <pc:sldMkLst>
          <pc:docMk/>
          <pc:sldMk cId="1713219598" sldId="257"/>
        </pc:sldMkLst>
        <pc:spChg chg="mod">
          <ac:chgData name="Douglas Alexandre de Campos" userId="d9a32c164012e8d7" providerId="LiveId" clId="{E1EBE206-C826-4513-A2F9-89777EEA6B2B}" dt="2025-10-29T19:26:11.129" v="336" actId="20577"/>
          <ac:spMkLst>
            <pc:docMk/>
            <pc:sldMk cId="1713219598" sldId="257"/>
            <ac:spMk id="3" creationId="{5671D7E5-EF66-4BCD-8DAA-E9061157F0BE}"/>
          </ac:spMkLst>
        </pc:spChg>
      </pc:sldChg>
      <pc:sldChg chg="modSp mod">
        <pc:chgData name="Douglas Alexandre de Campos" userId="d9a32c164012e8d7" providerId="LiveId" clId="{E1EBE206-C826-4513-A2F9-89777EEA6B2B}" dt="2025-10-29T19:20:58.059" v="173" actId="20577"/>
        <pc:sldMkLst>
          <pc:docMk/>
          <pc:sldMk cId="3571516367" sldId="258"/>
        </pc:sldMkLst>
        <pc:spChg chg="mod">
          <ac:chgData name="Douglas Alexandre de Campos" userId="d9a32c164012e8d7" providerId="LiveId" clId="{E1EBE206-C826-4513-A2F9-89777EEA6B2B}" dt="2025-10-29T18:30:51.285" v="56" actId="20577"/>
          <ac:spMkLst>
            <pc:docMk/>
            <pc:sldMk cId="3571516367" sldId="258"/>
            <ac:spMk id="2" creationId="{0A32731C-311B-46F7-A865-6C3AF6B09A47}"/>
          </ac:spMkLst>
        </pc:spChg>
        <pc:spChg chg="mod">
          <ac:chgData name="Douglas Alexandre de Campos" userId="d9a32c164012e8d7" providerId="LiveId" clId="{E1EBE206-C826-4513-A2F9-89777EEA6B2B}" dt="2025-10-29T19:20:58.059" v="173" actId="20577"/>
          <ac:spMkLst>
            <pc:docMk/>
            <pc:sldMk cId="3571516367" sldId="258"/>
            <ac:spMk id="3" creationId="{9D5232F9-FD00-464A-9F17-619C91AEF8F3}"/>
          </ac:spMkLst>
        </pc:spChg>
      </pc:sldChg>
      <pc:sldChg chg="modSp mod">
        <pc:chgData name="Douglas Alexandre de Campos" userId="d9a32c164012e8d7" providerId="LiveId" clId="{E1EBE206-C826-4513-A2F9-89777EEA6B2B}" dt="2025-10-29T18:30:15.505" v="16" actId="20577"/>
        <pc:sldMkLst>
          <pc:docMk/>
          <pc:sldMk cId="608796113" sldId="278"/>
        </pc:sldMkLst>
        <pc:spChg chg="mod">
          <ac:chgData name="Douglas Alexandre de Campos" userId="d9a32c164012e8d7" providerId="LiveId" clId="{E1EBE206-C826-4513-A2F9-89777EEA6B2B}" dt="2025-10-29T18:30:15.505" v="16" actId="20577"/>
          <ac:spMkLst>
            <pc:docMk/>
            <pc:sldMk cId="608796113" sldId="278"/>
            <ac:spMk id="2" creationId="{9528DBD1-DB29-D44F-FD5A-3071BB37EF37}"/>
          </ac:spMkLst>
        </pc:spChg>
      </pc:sldChg>
      <pc:sldChg chg="modSp mod">
        <pc:chgData name="Douglas Alexandre de Campos" userId="d9a32c164012e8d7" providerId="LiveId" clId="{E1EBE206-C826-4513-A2F9-89777EEA6B2B}" dt="2025-10-29T19:24:11.621" v="278" actId="20577"/>
        <pc:sldMkLst>
          <pc:docMk/>
          <pc:sldMk cId="3587734198" sldId="287"/>
        </pc:sldMkLst>
        <pc:spChg chg="mod">
          <ac:chgData name="Douglas Alexandre de Campos" userId="d9a32c164012e8d7" providerId="LiveId" clId="{E1EBE206-C826-4513-A2F9-89777EEA6B2B}" dt="2025-10-29T19:24:11.621" v="278" actId="20577"/>
          <ac:spMkLst>
            <pc:docMk/>
            <pc:sldMk cId="3587734198" sldId="287"/>
            <ac:spMk id="2" creationId="{1492137D-617C-AB64-7706-AF00C8608A28}"/>
          </ac:spMkLst>
        </pc:spChg>
      </pc:sldChg>
      <pc:sldChg chg="modSp mod">
        <pc:chgData name="Douglas Alexandre de Campos" userId="d9a32c164012e8d7" providerId="LiveId" clId="{E1EBE206-C826-4513-A2F9-89777EEA6B2B}" dt="2025-10-29T19:24:29.856" v="295" actId="20577"/>
        <pc:sldMkLst>
          <pc:docMk/>
          <pc:sldMk cId="3878880659" sldId="290"/>
        </pc:sldMkLst>
        <pc:spChg chg="mod">
          <ac:chgData name="Douglas Alexandre de Campos" userId="d9a32c164012e8d7" providerId="LiveId" clId="{E1EBE206-C826-4513-A2F9-89777EEA6B2B}" dt="2025-10-29T19:24:29.856" v="295" actId="20577"/>
          <ac:spMkLst>
            <pc:docMk/>
            <pc:sldMk cId="3878880659" sldId="290"/>
            <ac:spMk id="2" creationId="{4559566D-86EF-3BC6-0424-6C742D24B8B9}"/>
          </ac:spMkLst>
        </pc:spChg>
      </pc:sldChg>
      <pc:sldChg chg="modSp add mod">
        <pc:chgData name="Douglas Alexandre de Campos" userId="d9a32c164012e8d7" providerId="LiveId" clId="{E1EBE206-C826-4513-A2F9-89777EEA6B2B}" dt="2025-10-29T19:21:50.955" v="218" actId="20577"/>
        <pc:sldMkLst>
          <pc:docMk/>
          <pc:sldMk cId="2946434697" sldId="291"/>
        </pc:sldMkLst>
        <pc:spChg chg="mod">
          <ac:chgData name="Douglas Alexandre de Campos" userId="d9a32c164012e8d7" providerId="LiveId" clId="{E1EBE206-C826-4513-A2F9-89777EEA6B2B}" dt="2025-10-29T19:21:45.759" v="216" actId="20577"/>
          <ac:spMkLst>
            <pc:docMk/>
            <pc:sldMk cId="2946434697" sldId="291"/>
            <ac:spMk id="2" creationId="{6C4DB639-F96E-DCF8-FC92-D98BE48B1158}"/>
          </ac:spMkLst>
        </pc:spChg>
        <pc:spChg chg="mod">
          <ac:chgData name="Douglas Alexandre de Campos" userId="d9a32c164012e8d7" providerId="LiveId" clId="{E1EBE206-C826-4513-A2F9-89777EEA6B2B}" dt="2025-10-29T19:21:50.955" v="218" actId="20577"/>
          <ac:spMkLst>
            <pc:docMk/>
            <pc:sldMk cId="2946434697" sldId="291"/>
            <ac:spMk id="3" creationId="{3D763F30-9506-9B32-0435-4EDE9FBB3CFA}"/>
          </ac:spMkLst>
        </pc:spChg>
      </pc:sldChg>
      <pc:sldChg chg="modSp add mod">
        <pc:chgData name="Douglas Alexandre de Campos" userId="d9a32c164012e8d7" providerId="LiveId" clId="{E1EBE206-C826-4513-A2F9-89777EEA6B2B}" dt="2025-10-29T19:22:00.337" v="229" actId="20577"/>
        <pc:sldMkLst>
          <pc:docMk/>
          <pc:sldMk cId="2799465962" sldId="292"/>
        </pc:sldMkLst>
        <pc:spChg chg="mod">
          <ac:chgData name="Douglas Alexandre de Campos" userId="d9a32c164012e8d7" providerId="LiveId" clId="{E1EBE206-C826-4513-A2F9-89777EEA6B2B}" dt="2025-10-29T19:22:00.337" v="229" actId="20577"/>
          <ac:spMkLst>
            <pc:docMk/>
            <pc:sldMk cId="2799465962" sldId="292"/>
            <ac:spMk id="2" creationId="{06437AA9-8912-981F-C717-5B2978047EED}"/>
          </ac:spMkLst>
        </pc:spChg>
      </pc:sldChg>
      <pc:sldChg chg="modSp add mod">
        <pc:chgData name="Douglas Alexandre de Campos" userId="d9a32c164012e8d7" providerId="LiveId" clId="{E1EBE206-C826-4513-A2F9-89777EEA6B2B}" dt="2025-10-29T19:22:11.672" v="245" actId="20577"/>
        <pc:sldMkLst>
          <pc:docMk/>
          <pc:sldMk cId="778498777" sldId="293"/>
        </pc:sldMkLst>
        <pc:spChg chg="mod">
          <ac:chgData name="Douglas Alexandre de Campos" userId="d9a32c164012e8d7" providerId="LiveId" clId="{E1EBE206-C826-4513-A2F9-89777EEA6B2B}" dt="2025-10-29T19:22:11.672" v="245" actId="20577"/>
          <ac:spMkLst>
            <pc:docMk/>
            <pc:sldMk cId="778498777" sldId="293"/>
            <ac:spMk id="2" creationId="{FCC7AABD-9D19-1C97-4807-CB4BB603E718}"/>
          </ac:spMkLst>
        </pc:spChg>
      </pc:sldChg>
      <pc:sldChg chg="modSp add mod">
        <pc:chgData name="Douglas Alexandre de Campos" userId="d9a32c164012e8d7" providerId="LiveId" clId="{E1EBE206-C826-4513-A2F9-89777EEA6B2B}" dt="2025-10-29T19:22:18.269" v="251" actId="20577"/>
        <pc:sldMkLst>
          <pc:docMk/>
          <pc:sldMk cId="2721888112" sldId="294"/>
        </pc:sldMkLst>
        <pc:spChg chg="mod">
          <ac:chgData name="Douglas Alexandre de Campos" userId="d9a32c164012e8d7" providerId="LiveId" clId="{E1EBE206-C826-4513-A2F9-89777EEA6B2B}" dt="2025-10-29T19:22:18.269" v="251" actId="20577"/>
          <ac:spMkLst>
            <pc:docMk/>
            <pc:sldMk cId="2721888112" sldId="294"/>
            <ac:spMk id="2" creationId="{553BFDD0-463F-0DD5-D3DA-CDD4CC219C1E}"/>
          </ac:spMkLst>
        </pc:spChg>
      </pc:sldChg>
      <pc:sldChg chg="modSp add mod">
        <pc:chgData name="Douglas Alexandre de Campos" userId="d9a32c164012e8d7" providerId="LiveId" clId="{E1EBE206-C826-4513-A2F9-89777EEA6B2B}" dt="2025-10-29T19:22:26.153" v="256" actId="20577"/>
        <pc:sldMkLst>
          <pc:docMk/>
          <pc:sldMk cId="857437639" sldId="295"/>
        </pc:sldMkLst>
        <pc:spChg chg="mod">
          <ac:chgData name="Douglas Alexandre de Campos" userId="d9a32c164012e8d7" providerId="LiveId" clId="{E1EBE206-C826-4513-A2F9-89777EEA6B2B}" dt="2025-10-29T19:22:26.153" v="256" actId="20577"/>
          <ac:spMkLst>
            <pc:docMk/>
            <pc:sldMk cId="857437639" sldId="295"/>
            <ac:spMk id="2" creationId="{8AC73623-0388-0443-2E62-6B0476E1C17B}"/>
          </ac:spMkLst>
        </pc:spChg>
      </pc:sldChg>
      <pc:sldChg chg="modSp add mod">
        <pc:chgData name="Douglas Alexandre de Campos" userId="d9a32c164012e8d7" providerId="LiveId" clId="{E1EBE206-C826-4513-A2F9-89777EEA6B2B}" dt="2025-10-29T19:24:51.971" v="322" actId="20577"/>
        <pc:sldMkLst>
          <pc:docMk/>
          <pc:sldMk cId="2924840903" sldId="296"/>
        </pc:sldMkLst>
        <pc:spChg chg="mod">
          <ac:chgData name="Douglas Alexandre de Campos" userId="d9a32c164012e8d7" providerId="LiveId" clId="{E1EBE206-C826-4513-A2F9-89777EEA6B2B}" dt="2025-10-29T19:24:51.971" v="322" actId="20577"/>
          <ac:spMkLst>
            <pc:docMk/>
            <pc:sldMk cId="2924840903" sldId="296"/>
            <ac:spMk id="2" creationId="{0F8A68AE-25DC-C692-7D7B-72E4AA22D8E1}"/>
          </ac:spMkLst>
        </pc:spChg>
      </pc:sldChg>
      <pc:sldChg chg="add">
        <pc:chgData name="Douglas Alexandre de Campos" userId="d9a32c164012e8d7" providerId="LiveId" clId="{E1EBE206-C826-4513-A2F9-89777EEA6B2B}" dt="2025-10-29T19:24:36.509" v="296"/>
        <pc:sldMkLst>
          <pc:docMk/>
          <pc:sldMk cId="1426305546" sldId="297"/>
        </pc:sldMkLst>
      </pc:sldChg>
      <pc:sldChg chg="modSp add mod">
        <pc:chgData name="Douglas Alexandre de Campos" userId="d9a32c164012e8d7" providerId="LiveId" clId="{E1EBE206-C826-4513-A2F9-89777EEA6B2B}" dt="2025-10-29T19:26:24.561" v="350" actId="20577"/>
        <pc:sldMkLst>
          <pc:docMk/>
          <pc:sldMk cId="2306190897" sldId="298"/>
        </pc:sldMkLst>
        <pc:spChg chg="mod">
          <ac:chgData name="Douglas Alexandre de Campos" userId="d9a32c164012e8d7" providerId="LiveId" clId="{E1EBE206-C826-4513-A2F9-89777EEA6B2B}" dt="2025-10-29T19:26:24.561" v="350" actId="20577"/>
          <ac:spMkLst>
            <pc:docMk/>
            <pc:sldMk cId="2306190897" sldId="298"/>
            <ac:spMk id="2" creationId="{25CBE79A-B3D0-1AAA-1500-21EA316BFEC1}"/>
          </ac:spMkLst>
        </pc:spChg>
      </pc:sldChg>
      <pc:sldChg chg="modSp add mod">
        <pc:chgData name="Douglas Alexandre de Campos" userId="d9a32c164012e8d7" providerId="LiveId" clId="{E1EBE206-C826-4513-A2F9-89777EEA6B2B}" dt="2025-10-29T19:40:21.879" v="447" actId="20577"/>
        <pc:sldMkLst>
          <pc:docMk/>
          <pc:sldMk cId="1667310277" sldId="299"/>
        </pc:sldMkLst>
        <pc:spChg chg="mod">
          <ac:chgData name="Douglas Alexandre de Campos" userId="d9a32c164012e8d7" providerId="LiveId" clId="{E1EBE206-C826-4513-A2F9-89777EEA6B2B}" dt="2025-10-29T19:26:47.485" v="370" actId="14100"/>
          <ac:spMkLst>
            <pc:docMk/>
            <pc:sldMk cId="1667310277" sldId="299"/>
            <ac:spMk id="2" creationId="{37AE13A1-3551-7B83-5F39-C946B5C3D23A}"/>
          </ac:spMkLst>
        </pc:spChg>
        <pc:spChg chg="mod">
          <ac:chgData name="Douglas Alexandre de Campos" userId="d9a32c164012e8d7" providerId="LiveId" clId="{E1EBE206-C826-4513-A2F9-89777EEA6B2B}" dt="2025-10-29T19:40:21.879" v="447" actId="20577"/>
          <ac:spMkLst>
            <pc:docMk/>
            <pc:sldMk cId="1667310277" sldId="299"/>
            <ac:spMk id="3" creationId="{7AC49F4B-3FA9-2BDB-C08B-CED7BD1CA17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10/28/2025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10/28/2025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EDD47-D73D-5D65-D2BA-15AED2B9F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31C4E0-861E-E02A-54BB-5BAB3ACFBB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E2AA05-2681-149F-708C-6BE0F61442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B3AA73-1434-54E9-6B80-349B42EFA3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9574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C2977-E361-7E4B-6CDD-F30D3BA51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075576-2241-2928-1FF2-D0B21B2100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2BDF09-86BA-BF02-6AF1-F09691CB4C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6FB83-6B04-1056-94D7-B77FE84DF0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0895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E1840-CC69-73FE-9593-A6FC07A32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16257C-1E72-3B0B-81D7-17590C73B5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BA5AAA-4DA6-0D2A-939D-5EBBD5EE90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3C386B-D417-3CB7-18AF-6EB9739227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2576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DDF9B-9CA8-577D-AAC6-662A73E6A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C406DC-4304-385E-071F-B3F02F810E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E32640-AE40-4FB3-6A10-C8C390237C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6563F-C683-5694-6BB1-87DA32C2B0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7808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2E90E-8643-866D-2179-BCF4F41C8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F8AED5-61F0-8751-FDEC-994C7E2FE0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326028-0A37-CB47-AE6F-A9AF4C7CC1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607C5-7268-DAB4-A32E-139410D2E2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6786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C1109-3B9F-ADE3-DB45-CE535755A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01D6AC-AABA-536B-7BB5-B73051F00D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699263-8554-29B5-F5A3-386ADB951D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02286-1991-BAF8-A580-34656A6316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68391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B8AF1-B4EE-3F53-A2A9-D157E9843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B65E87-F851-3C5E-D61D-6EA1AB258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0E3BDE-8FC1-7DB6-DEAE-8B5ACA0A7D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27A02-2FE8-9A51-83F4-977FA1F47A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3949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3241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1440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593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6832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9867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4654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7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4941771" cy="3200400"/>
          </a:xfrm>
        </p:spPr>
        <p:txBody>
          <a:bodyPr anchor="ctr"/>
          <a:lstStyle/>
          <a:p>
            <a:r>
              <a:rPr lang="en-US" dirty="0"/>
              <a:t>GRC tool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/>
          <a:p>
            <a:r>
              <a:rPr lang="en-US" dirty="0"/>
              <a:t>Initial Setup</a:t>
            </a:r>
          </a:p>
          <a:p>
            <a:r>
              <a:rPr lang="en-US" dirty="0" err="1"/>
              <a:t>Protótipo</a:t>
            </a:r>
            <a:endParaRPr lang="en-US" dirty="0"/>
          </a:p>
          <a:p>
            <a:r>
              <a:rPr lang="en-US" dirty="0"/>
              <a:t>Plano de </a:t>
            </a:r>
            <a:r>
              <a:rPr lang="en-US" dirty="0" err="1"/>
              <a:t>Negócios</a:t>
            </a:r>
            <a:endParaRPr lang="en-US" dirty="0"/>
          </a:p>
          <a:p>
            <a:r>
              <a:rPr lang="en-US" dirty="0" err="1"/>
              <a:t>Fases</a:t>
            </a:r>
            <a:r>
              <a:rPr lang="en-US" dirty="0"/>
              <a:t> do </a:t>
            </a:r>
            <a:r>
              <a:rPr lang="en-US" dirty="0" err="1"/>
              <a:t>Projeto</a:t>
            </a:r>
            <a:endParaRPr lang="en-US" dirty="0"/>
          </a:p>
          <a:p>
            <a:r>
              <a:rPr lang="en-US" dirty="0" err="1"/>
              <a:t>Metodologia</a:t>
            </a:r>
            <a:r>
              <a:rPr lang="en-US" dirty="0"/>
              <a:t> Agil</a:t>
            </a:r>
          </a:p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C3225-3A5F-DAC7-7CAA-8636E1707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BE79A-B3D0-1AAA-1500-21EA316BFE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/>
          <a:lstStyle/>
          <a:p>
            <a:r>
              <a:rPr lang="en-US" dirty="0"/>
              <a:t>Initial setup</a:t>
            </a:r>
          </a:p>
        </p:txBody>
      </p:sp>
    </p:spTree>
    <p:extLst>
      <p:ext uri="{BB962C8B-B14F-4D97-AF65-F5344CB8AC3E}">
        <p14:creationId xmlns:p14="http://schemas.microsoft.com/office/powerpoint/2010/main" val="2306190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EB0C2-7BBB-2510-6195-82A6A5A9E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E13A1-3551-7B83-5F39-C946B5C3D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692339"/>
          </a:xfrm>
        </p:spPr>
        <p:txBody>
          <a:bodyPr/>
          <a:lstStyle/>
          <a:p>
            <a:r>
              <a:rPr lang="en-US" dirty="0"/>
              <a:t>Initial setup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C49F4B-3FA9-2BDB-C08B-CED7BD1CA1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1307940"/>
            <a:ext cx="7288212" cy="486219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GITHUB repository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API keys (later)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Venv</a:t>
            </a:r>
            <a:r>
              <a:rPr lang="en-US" dirty="0"/>
              <a:t> – </a:t>
            </a:r>
            <a:r>
              <a:rPr lang="en-US"/>
              <a:t>Virtual Environment</a:t>
            </a:r>
            <a:endParaRPr lang="en-US" dirty="0"/>
          </a:p>
          <a:p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15897654-C91E-C133-10DD-F0C5F494B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310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/>
          <a:lstStyle/>
          <a:p>
            <a:r>
              <a:rPr lang="en-US" dirty="0" err="1"/>
              <a:t>Protótipo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MINIMUM VIABLE PRODUCT (</a:t>
            </a:r>
            <a:r>
              <a:rPr lang="en-US" dirty="0" err="1"/>
              <a:t>mvp</a:t>
            </a:r>
            <a:r>
              <a:rPr lang="en-US" dirty="0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Policy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Compliance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Control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Issues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Risk Management</a:t>
            </a:r>
          </a:p>
          <a:p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392D9-6231-E609-1FBC-F601970D7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DB639-F96E-DCF8-FC92-D98BE48B1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Policy management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763F30-9506-9B32-0435-4EDE9FBB3C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/>
          <a:p>
            <a:pPr marL="569214" lvl="1"/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0FDDAC3-C1EF-DF18-5B9A-E7D0F7AC4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434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80A78-DFBE-30DC-54F3-EEEB1386F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37AA9-8912-981F-C717-5B2978047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compliance management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B4FE89-EFB6-F8FA-A94E-D074A1438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/>
          <a:p>
            <a:pPr marL="569214" lvl="1"/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9163F77-E7D0-A176-C643-E9453D215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9465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58777-2131-4B3C-752B-BEB783C5C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7AABD-9D19-1C97-4807-CB4BB603E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control management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85893-9A0A-E1A8-9F22-5A424A7EAE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/>
          <a:p>
            <a:pPr marL="569214" lvl="1"/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21225CC-07C8-554E-D4B5-CE212D8B8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498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54158-E929-AF61-593E-C7CC34C3E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BFDD0-463F-0DD5-D3DA-CDD4CC219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issue management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BACCF-2B57-32F7-67B7-CE7DDDCE5E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/>
          <a:p>
            <a:pPr marL="569214" lvl="1"/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E66ECAE-2B2D-027C-8AF3-733A33D49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888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2B14F-91AA-0FF8-8CDF-C6AFB0A20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73623-0388-0443-2E62-6B0476E1C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risk management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C393B-DAA1-8463-98BC-75FDA17B07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/>
          <a:p>
            <a:pPr marL="569214" lvl="1"/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AFD3A96-FF72-9A40-4AE8-52D45BF9F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437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2137D-617C-AB64-7706-AF00C8608A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Plano de </a:t>
            </a:r>
            <a:r>
              <a:rPr lang="en-US" dirty="0" err="1"/>
              <a:t>negócios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734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8A401-9B5A-0B25-ABF1-B9406612E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86111-2B2E-D334-91EE-9B136799D84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AB65E-3A4A-4F07-5324-AC0C1031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094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9566D-86EF-3BC6-0424-6C742D24B8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Fases</a:t>
            </a:r>
            <a:r>
              <a:rPr lang="en-US" dirty="0"/>
              <a:t> do </a:t>
            </a:r>
            <a:r>
              <a:rPr lang="en-US" dirty="0" err="1"/>
              <a:t>projeto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8806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A1F66-C5EC-1E64-83FA-06034098C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65FE7-9D6E-0C31-FCA2-2D669E63ECD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CDD94-DF48-70C2-3126-928AB90EA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471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E0614-6D6B-AB2A-67CC-B508B4F61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A68AE-25DC-C692-7D7B-72E4AA22D8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Metodologia</a:t>
            </a:r>
            <a:r>
              <a:rPr lang="en-US" dirty="0"/>
              <a:t> </a:t>
            </a:r>
            <a:r>
              <a:rPr lang="en-US" dirty="0" err="1"/>
              <a:t>agil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8409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CC220-4D97-D68C-4967-EE381FB10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A9453-E4A8-93C9-3DD6-0A72A8EC0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FDEDB-6A83-001D-BF8B-172AC3465D1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6F5F6B-E8A6-EA5A-4A22-6ECCAACAC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055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AFA5E-469B-2BFC-9D4E-BD1EC6E48C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680"/>
            <a:ext cx="4179570" cy="3376691"/>
          </a:xfrm>
        </p:spPr>
        <p:txBody>
          <a:bodyPr/>
          <a:lstStyle/>
          <a:p>
            <a:r>
              <a:rPr lang="en-US" dirty="0"/>
              <a:t>Overcoming nervousness</a:t>
            </a:r>
          </a:p>
        </p:txBody>
      </p:sp>
      <p:pic>
        <p:nvPicPr>
          <p:cNvPr id="16" name="Picture Placeholder 15" descr="A person stretching in a gym">
            <a:extLst>
              <a:ext uri="{FF2B5EF4-FFF2-40B4-BE49-F238E27FC236}">
                <a16:creationId xmlns:a16="http://schemas.microsoft.com/office/drawing/2014/main" id="{448EF356-1822-E2AE-2794-322870D4C22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44" r="44"/>
          <a:stretch/>
        </p:blipFill>
        <p:spPr>
          <a:xfrm>
            <a:off x="0" y="-5080"/>
            <a:ext cx="6576291" cy="6872605"/>
          </a:xfr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44268F6-A361-9907-F87F-9C4377ECA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0" y="254643"/>
            <a:ext cx="6096000" cy="8557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14591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97BE-403B-122E-90D1-2788978A0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06400"/>
            <a:ext cx="4179570" cy="3457971"/>
          </a:xfrm>
        </p:spPr>
        <p:txBody>
          <a:bodyPr/>
          <a:lstStyle/>
          <a:p>
            <a:r>
              <a:rPr lang="en-US" dirty="0"/>
              <a:t>Selecting Visual Aids</a:t>
            </a:r>
          </a:p>
        </p:txBody>
      </p:sp>
    </p:spTree>
    <p:extLst>
      <p:ext uri="{BB962C8B-B14F-4D97-AF65-F5344CB8AC3E}">
        <p14:creationId xmlns:p14="http://schemas.microsoft.com/office/powerpoint/2010/main" val="3346967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2E6A-35EC-1B8E-0FD7-8C67870A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1780860"/>
          </a:xfrm>
        </p:spPr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54B61B9-26F6-B304-92CD-03053DAAF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700" y="2797255"/>
            <a:ext cx="3924300" cy="464499"/>
          </a:xfrm>
        </p:spPr>
        <p:txBody>
          <a:bodyPr/>
          <a:lstStyle/>
          <a:p>
            <a:r>
              <a:rPr lang="en-US" dirty="0"/>
              <a:t>Voice modulation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EDBE6233-75E9-40D1-968F-58CA9AD0FF5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33700" y="3251596"/>
            <a:ext cx="3943627" cy="3234264"/>
          </a:xfrm>
        </p:spPr>
        <p:txBody>
          <a:bodyPr>
            <a:normAutofit/>
          </a:bodyPr>
          <a:lstStyle/>
          <a:p>
            <a:r>
              <a:rPr lang="en-US" dirty="0"/>
              <a:t>This is a powerful tool in public speaking. It involves varying pitch, tone, and volume to convey emotion, emphasize points, and maintain interest: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  <a:p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B9F9E8B-42CD-AC26-AFC9-F1F6669569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10173" y="2797255"/>
            <a:ext cx="3943627" cy="464499"/>
          </a:xfrm>
        </p:spPr>
        <p:txBody>
          <a:bodyPr/>
          <a:lstStyle/>
          <a:p>
            <a:r>
              <a:rPr lang="en-US" dirty="0"/>
              <a:t>Body language</a:t>
            </a:r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8F6B2AE9-DDE4-FD99-A235-3B39EEE2148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410173" y="3251595"/>
            <a:ext cx="3943627" cy="3234264"/>
          </a:xfrm>
        </p:spPr>
        <p:txBody>
          <a:bodyPr>
            <a:normAutofit/>
          </a:bodyPr>
          <a:lstStyle/>
          <a:p>
            <a:r>
              <a:rPr lang="en-US" dirty="0"/>
              <a:t>Effective body language enhances your message, making it more impactful </a:t>
            </a:r>
            <a:r>
              <a:rPr lang="en-US"/>
              <a:t>and memorable:</a:t>
            </a:r>
            <a:endParaRPr lang="en-US" dirty="0"/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D9B3-B64F-656A-0D99-161A6C0F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/>
          <a:lstStyle/>
          <a:p>
            <a:r>
              <a:rPr lang="en-US" dirty="0"/>
              <a:t>Navigating Q&amp;A Sessions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E5B6E40-3A7D-ACF7-AA38-25977D322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41120" y="2960877"/>
            <a:ext cx="2722880" cy="351284"/>
          </a:xfrm>
        </p:spPr>
        <p:txBody>
          <a:bodyPr/>
          <a:lstStyle/>
          <a:p>
            <a:r>
              <a:rPr lang="en-US" dirty="0"/>
              <a:t>Preparing for questions</a:t>
            </a:r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E71298F0-74F1-FECA-0F02-495F9A2EBA7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341120" y="3392035"/>
            <a:ext cx="2722880" cy="2907164"/>
          </a:xfrm>
        </p:spPr>
        <p:txBody>
          <a:bodyPr>
            <a:normAutofit/>
          </a:bodyPr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536BD54-EFA1-25A2-9F04-4F22C36E2A5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754881" y="2960877"/>
            <a:ext cx="5516880" cy="351284"/>
          </a:xfrm>
        </p:spPr>
        <p:txBody>
          <a:bodyPr/>
          <a:lstStyle/>
          <a:p>
            <a:r>
              <a:rPr lang="en-US" dirty="0"/>
              <a:t>Maintaining composure</a:t>
            </a:r>
          </a:p>
          <a:p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112969F-EB84-49D5-7100-1FB28870FB3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54881" y="3324859"/>
            <a:ext cx="5506720" cy="3031489"/>
          </a:xfrm>
        </p:spPr>
        <p:txBody>
          <a:bodyPr>
            <a:normAutofit/>
          </a:bodyPr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pPr lvl="1"/>
            <a:r>
              <a:rPr lang="en-US" dirty="0"/>
              <a:t>Stay calm</a:t>
            </a:r>
          </a:p>
          <a:p>
            <a:pPr lvl="1"/>
            <a:r>
              <a:rPr lang="en-US" dirty="0"/>
              <a:t>Actively listen</a:t>
            </a:r>
          </a:p>
          <a:p>
            <a:pPr lvl="1"/>
            <a:r>
              <a:rPr lang="en-US" dirty="0"/>
              <a:t>Pause and reflect</a:t>
            </a:r>
          </a:p>
          <a:p>
            <a:pPr lvl="1"/>
            <a:r>
              <a:rPr lang="en-US" dirty="0"/>
              <a:t>Maintain eye contact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AA0ACADD-CC4E-851C-DA07-C22DB97FA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9298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8FC28-E0BD-4387-B8BE-9965D1A57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874" y="1671639"/>
            <a:ext cx="5884027" cy="1204912"/>
          </a:xfrm>
        </p:spPr>
        <p:txBody>
          <a:bodyPr/>
          <a:lstStyle/>
          <a:p>
            <a:r>
              <a:rPr lang="en-US" dirty="0"/>
              <a:t>Speaking Impact</a:t>
            </a:r>
          </a:p>
        </p:txBody>
      </p:sp>
      <p:pic>
        <p:nvPicPr>
          <p:cNvPr id="47" name="Picture Placeholder 46" descr="A person smiling with a shadow on the wall">
            <a:extLst>
              <a:ext uri="{FF2B5EF4-FFF2-40B4-BE49-F238E27FC236}">
                <a16:creationId xmlns:a16="http://schemas.microsoft.com/office/drawing/2014/main" id="{F55BC7A4-EE4B-7EFC-C325-408D66C3CBA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12" r="112"/>
          <a:stretch/>
        </p:blipFill>
        <p:spPr>
          <a:xfrm>
            <a:off x="-28230" y="-9144"/>
            <a:ext cx="5481955" cy="6876288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B8313-9270-4128-8674-3A3E42B8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19BCA-B61F-4EA6-A1FB-CCA3BD8506F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453725" y="3660774"/>
            <a:ext cx="5907176" cy="2536826"/>
          </a:xfrm>
        </p:spPr>
        <p:txBody>
          <a:bodyPr>
            <a:noAutofit/>
          </a:bodyPr>
          <a:lstStyle/>
          <a:p>
            <a:r>
              <a:rPr lang="en-US" dirty="0"/>
              <a:t>Your ability to communicate effectively will leave a lasting impact on your audience</a:t>
            </a:r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876300"/>
            <a:ext cx="5246255" cy="17098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28616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21055C-5E33-5D21-2A6E-21827FA88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/>
          <a:p>
            <a:r>
              <a:rPr lang="en-US" dirty="0"/>
              <a:t>Dynamic </a:t>
            </a:r>
            <a:br>
              <a:rPr lang="en-US" dirty="0"/>
            </a:br>
            <a:r>
              <a:rPr lang="en-US" dirty="0"/>
              <a:t>delivery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87B122-1579-FDB8-443B-F05E622163C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38200" y="2813049"/>
            <a:ext cx="3247662" cy="3238499"/>
          </a:xfrm>
        </p:spPr>
        <p:txBody>
          <a:bodyPr>
            <a:normAutofit/>
          </a:bodyPr>
          <a:lstStyle/>
          <a:p>
            <a:r>
              <a:rPr lang="en-US"/>
              <a:t>Learn to infuse energy into your delivery to leave a lasting impression</a:t>
            </a:r>
          </a:p>
          <a:p>
            <a:r>
              <a:rPr lang="en-US"/>
              <a:t>One of the goals of effective communication is to motivate your audience</a:t>
            </a:r>
            <a:endParaRPr lang="en-US" dirty="0"/>
          </a:p>
        </p:txBody>
      </p:sp>
      <p:graphicFrame>
        <p:nvGraphicFramePr>
          <p:cNvPr id="10" name="Table Placeholder 2">
            <a:extLst>
              <a:ext uri="{FF2B5EF4-FFF2-40B4-BE49-F238E27FC236}">
                <a16:creationId xmlns:a16="http://schemas.microsoft.com/office/drawing/2014/main" id="{98ED67AF-B48B-F5F8-E2FD-1C98C42C4D54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774504910"/>
              </p:ext>
            </p:extLst>
          </p:nvPr>
        </p:nvGraphicFramePr>
        <p:xfrm>
          <a:off x="4216400" y="895350"/>
          <a:ext cx="7137404" cy="5115889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784351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1784351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784351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784351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810285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8395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8395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876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8395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119934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B0ADB-527F-A58C-9372-D8502ED6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1646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09140014-73D5-419B-8867-972BB18D5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192"/>
            <a:ext cx="5655197" cy="1997867"/>
          </a:xfrm>
        </p:spPr>
        <p:txBody>
          <a:bodyPr anchor="b"/>
          <a:lstStyle/>
          <a:p>
            <a:r>
              <a:rPr lang="en-US" dirty="0"/>
              <a:t>Final tips &amp; takeaways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E1CF79-4FDC-8CAF-CC16-E309A2C49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705177"/>
            <a:ext cx="5733772" cy="448990"/>
          </a:xfrm>
        </p:spPr>
        <p:txBody>
          <a:bodyPr/>
          <a:lstStyle/>
          <a:p>
            <a:r>
              <a:rPr lang="en-US" dirty="0"/>
              <a:t>Practice makes perfect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33D8731E-4977-402E-8BFD-895B4D0544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199" y="3154166"/>
            <a:ext cx="5733773" cy="3032733"/>
          </a:xfrm>
        </p:spPr>
        <p:txBody>
          <a:bodyPr>
            <a:noAutofit/>
          </a:bodyPr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  <a:p>
            <a:endParaRPr lang="en-US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AE07A905-8B37-D13F-25D3-1D3BCDB86B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887108" y="2705177"/>
            <a:ext cx="3943627" cy="448989"/>
          </a:xfrm>
        </p:spPr>
        <p:txBody>
          <a:bodyPr/>
          <a:lstStyle/>
          <a:p>
            <a:r>
              <a:rPr lang="en-US" dirty="0"/>
              <a:t>Continue improving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4E9A764F-6B65-050E-E561-82F77339D16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887107" y="3164867"/>
            <a:ext cx="3943627" cy="3032733"/>
          </a:xfrm>
        </p:spPr>
        <p:txBody>
          <a:bodyPr>
            <a:normAutofit/>
          </a:bodyPr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96FFDC-ADE8-4009-A466-A81787258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5779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3E5FEE2D-79E5-4C1D-8BF7-EE619CA70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550"/>
            <a:ext cx="10515600" cy="1325563"/>
          </a:xfrm>
        </p:spPr>
        <p:txBody>
          <a:bodyPr anchor="b"/>
          <a:lstStyle/>
          <a:p>
            <a:r>
              <a:rPr lang="en-US" dirty="0"/>
              <a:t>Speaking engagement metrics</a:t>
            </a:r>
          </a:p>
        </p:txBody>
      </p:sp>
      <p:graphicFrame>
        <p:nvGraphicFramePr>
          <p:cNvPr id="13" name="Table Placeholder 2">
            <a:extLst>
              <a:ext uri="{FF2B5EF4-FFF2-40B4-BE49-F238E27FC236}">
                <a16:creationId xmlns:a16="http://schemas.microsoft.com/office/drawing/2014/main" id="{4A94C7BE-6E60-66F0-EFD4-2F452B0D743A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1224246859"/>
              </p:ext>
            </p:extLst>
          </p:nvPr>
        </p:nvGraphicFramePr>
        <p:xfrm>
          <a:off x="838200" y="2111375"/>
          <a:ext cx="10515601" cy="357096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433998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450892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2375942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2254769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733347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53184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53184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3184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53184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71024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832B776-E386-1CF9-CC8F-2D2FF3EA7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8217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850181"/>
          </a:xfrm>
        </p:spPr>
        <p:txBody>
          <a:bodyPr>
            <a:noAutofit/>
          </a:bodyPr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</a:t>
            </a:r>
          </a:p>
          <a:p>
            <a:r>
              <a:rPr lang="en-US" dirty="0"/>
              <a:t>www.firstupconsultants.com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{2A460A2A-0156-417C-AD21-076452BE99D7}TF7521aafa-c748-4c40-a498-ba511be234dc5b1b6097_win32-5039330bb2f3</Template>
  <TotalTime>1149</TotalTime>
  <Words>441</Words>
  <Application>Microsoft Office PowerPoint</Application>
  <PresentationFormat>Widescreen</PresentationFormat>
  <Paragraphs>166</Paragraphs>
  <Slides>26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Tenorite</vt:lpstr>
      <vt:lpstr>Custom</vt:lpstr>
      <vt:lpstr>GRC tool</vt:lpstr>
      <vt:lpstr>AGENDA</vt:lpstr>
      <vt:lpstr>Initial setup</vt:lpstr>
      <vt:lpstr>Initial setup</vt:lpstr>
      <vt:lpstr>Protótipo</vt:lpstr>
      <vt:lpstr>MINIMUM VIABLE PRODUCT (mvp)</vt:lpstr>
      <vt:lpstr>Policy management</vt:lpstr>
      <vt:lpstr>compliance management</vt:lpstr>
      <vt:lpstr>control management</vt:lpstr>
      <vt:lpstr>issue management</vt:lpstr>
      <vt:lpstr>risk management</vt:lpstr>
      <vt:lpstr>Plano de negócios</vt:lpstr>
      <vt:lpstr>PowerPoint Presentation</vt:lpstr>
      <vt:lpstr>Fases do projeto</vt:lpstr>
      <vt:lpstr>PowerPoint Presentation</vt:lpstr>
      <vt:lpstr>Metodologia agil</vt:lpstr>
      <vt:lpstr>PowerPoint Presentation</vt:lpstr>
      <vt:lpstr>Overcoming nervousness</vt:lpstr>
      <vt:lpstr>Selecting Visual Aids</vt:lpstr>
      <vt:lpstr>Effective delivery techniques</vt:lpstr>
      <vt:lpstr>Navigating Q&amp;A Sessions</vt:lpstr>
      <vt:lpstr>Speaking Impact</vt:lpstr>
      <vt:lpstr>Dynamic  delivery</vt:lpstr>
      <vt:lpstr>Final tips &amp; takeaways</vt:lpstr>
      <vt:lpstr>Speaking engagement metrics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Douglas Alexandre de Campos</dc:creator>
  <cp:lastModifiedBy>Douglas Alexandre de Campos</cp:lastModifiedBy>
  <cp:revision>1</cp:revision>
  <dcterms:created xsi:type="dcterms:W3CDTF">2025-10-29T00:30:46Z</dcterms:created>
  <dcterms:modified xsi:type="dcterms:W3CDTF">2025-10-29T19:40:31Z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